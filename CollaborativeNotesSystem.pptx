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Notes Updated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10</c:v>
                </c:pt>
                <c:pt idx="4">
                  <c:v>9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1-CF42-B359-346EBB1844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740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Work</c:v>
                </c:pt>
                <c:pt idx="1">
                  <c:v>Personal</c:v>
                </c:pt>
                <c:pt idx="2">
                  <c:v>Research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22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4-9F43-99FC-5400F49A4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2A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24FDE-31D2-0745-BD92-48C520EDDD78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A456A-FAA6-6D4D-B45C-746471394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8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 /><Relationship Id="rId3" Type="http://schemas.openxmlformats.org/officeDocument/2006/relationships/image" Target="../media/image17.png" /><Relationship Id="rId7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48640"/>
            <a:ext cx="2194560" cy="21945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960120"/>
            <a:ext cx="914400" cy="914400"/>
          </a:xfrm>
          <a:prstGeom prst="ellipse">
            <a:avLst/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6" name="Image 0" descr="out/not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161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 NOTES 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collaboration, version control, and AI-assisted writing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34340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Yasaswini</a:t>
            </a: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(23AK1A05O2)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Shireesha</a:t>
            </a:r>
            <a:r>
              <a:rPr lang="en-US" sz="1400" dirty="0">
                <a:solidFill>
                  <a:srgbClr val="8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(23AK1A05I9)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Collaborative Notes System?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note-taking platform that lets teams write, organize, and refine notes together — with secure accounts, live collaboration, full version control, and built-in AI assistance.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au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39" y="2988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Account-based, permissioned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190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colla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519" y="29882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0896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co-edit in real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0" y="2651760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078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a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99" y="29882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57784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tags, Q&amp;A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635240" y="1097280"/>
            <a:ext cx="3977640" cy="5074920"/>
          </a:xfrm>
          <a:prstGeom prst="roundRect">
            <a:avLst>
              <a:gd name="adj" fmla="val 2299"/>
            </a:avLst>
          </a:prstGeom>
          <a:solidFill>
            <a:srgbClr val="0B2740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89720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2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MongoDB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01000" y="29260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users, notes, tags, shares, and version snapshots are persisted in a flexible MongoDB document store — built to scale with growing teams.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183880" y="4572000"/>
            <a:ext cx="2880360" cy="0"/>
          </a:xfrm>
          <a:prstGeom prst="line">
            <a:avLst/>
          </a:prstGeom>
          <a:noFill/>
          <a:ln w="12700">
            <a:solidFill>
              <a:srgbClr val="1C4753"/>
            </a:solidFill>
            <a:prstDash val="solid"/>
          </a:ln>
        </p:spPr>
      </p:sp>
      <p:pic>
        <p:nvPicPr>
          <p:cNvPr id="25" name="Image 4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80060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94192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Document-based, schema-flexible</a:t>
            </a:r>
            <a:endParaRPr lang="en-US" sz="1100" dirty="0"/>
          </a:p>
        </p:txBody>
      </p:sp>
      <p:pic>
        <p:nvPicPr>
          <p:cNvPr id="27" name="Image 5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25780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94192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queries for search &amp; tags</a:t>
            </a:r>
            <a:endParaRPr lang="en-US" sz="1100" dirty="0"/>
          </a:p>
        </p:txBody>
      </p:sp>
      <p:pic>
        <p:nvPicPr>
          <p:cNvPr id="29" name="Image 6" descr="out/check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71500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94192" y="5650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persistence for history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Core Note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every user starts with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003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au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5758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and sign-in with validated, password-protected accounts.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4003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not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685" y="25758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Delete Notes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89520" y="2532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control with live word counts and instant saving.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7320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9075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Notes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8646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titles, content, and tags in real time.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4114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7320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ta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685" y="49075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Categories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89520" y="48646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notes with custom tags for fast filtering and retrieval.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&amp; Collaborator Permissions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together, on your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0802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sh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22667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teammates by email or generate a shareable link/token.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429000"/>
            <a:ext cx="4526280" cy="0"/>
          </a:xfrm>
          <a:prstGeom prst="line">
            <a:avLst/>
          </a:prstGeom>
          <a:noFill/>
          <a:ln w="12700">
            <a:solidFill>
              <a:srgbClr val="DDE7E7"/>
            </a:solidFill>
            <a:prstDash val="solid"/>
          </a:ln>
        </p:spPr>
      </p:sp>
      <p:pic>
        <p:nvPicPr>
          <p:cNvPr id="10" name="Image 1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3593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collaborator by email</a:t>
            </a:r>
            <a:endParaRPr lang="en-US" sz="1200" dirty="0"/>
          </a:p>
        </p:txBody>
      </p:sp>
      <p:pic>
        <p:nvPicPr>
          <p:cNvPr id="12" name="Image 2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452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4160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generate a read/write share token</a:t>
            </a:r>
            <a:endParaRPr lang="en-US" sz="1200" dirty="0"/>
          </a:p>
        </p:txBody>
      </p:sp>
      <p:pic>
        <p:nvPicPr>
          <p:cNvPr id="14" name="Image 3" descr="out/check_seafo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9145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4727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access anytime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03504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0B2740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69380" y="20802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out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18" y="226679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60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Permissions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736092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what each collaborator can do.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0" y="33375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0F3447"/>
          </a:solidFill>
          <a:ln/>
        </p:spPr>
      </p:sp>
      <p:sp>
        <p:nvSpPr>
          <p:cNvPr id="22" name="Shape 15"/>
          <p:cNvSpPr/>
          <p:nvPr/>
        </p:nvSpPr>
        <p:spPr>
          <a:xfrm>
            <a:off x="6629400" y="35661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3" name="Text 16"/>
          <p:cNvSpPr/>
          <p:nvPr/>
        </p:nvSpPr>
        <p:spPr>
          <a:xfrm>
            <a:off x="662940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863840" y="35021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note content &amp; versions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0" y="45262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0F3447"/>
          </a:solidFill>
          <a:ln/>
        </p:spPr>
      </p:sp>
      <p:sp>
        <p:nvSpPr>
          <p:cNvPr id="26" name="Shape 19"/>
          <p:cNvSpPr/>
          <p:nvPr/>
        </p:nvSpPr>
        <p:spPr>
          <a:xfrm>
            <a:off x="6629400" y="47548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27" name="Text 20"/>
          <p:cNvSpPr/>
          <p:nvPr/>
        </p:nvSpPr>
        <p:spPr>
          <a:xfrm>
            <a:off x="6629400" y="4754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863840" y="4690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content, tags, and structure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previous draft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55480" y="7772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out/hist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1106424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5820" y="2880360"/>
            <a:ext cx="0" cy="594360"/>
          </a:xfrm>
          <a:prstGeom prst="line">
            <a:avLst/>
          </a:prstGeom>
          <a:noFill/>
          <a:ln w="25400">
            <a:solidFill>
              <a:srgbClr val="C9DED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371600" y="2240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Version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261518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snapshot of the note with an optional description.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45820" y="4069080"/>
            <a:ext cx="0" cy="594360"/>
          </a:xfrm>
          <a:prstGeom prst="line">
            <a:avLst/>
          </a:prstGeom>
          <a:noFill/>
          <a:ln w="25400">
            <a:solidFill>
              <a:srgbClr val="C9DED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371600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Anytime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8039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any past version inline without losing the current draft.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663440"/>
            <a:ext cx="594360" cy="594360"/>
          </a:xfrm>
          <a:prstGeom prst="ellipse">
            <a:avLst/>
          </a:prstGeom>
          <a:solidFill>
            <a:srgbClr val="0B274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Instantly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99262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any version — restoring creates a fresh version entry.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85216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3F8F8"/>
          </a:solidFill>
          <a:ln/>
        </p:spPr>
      </p:sp>
      <p:pic>
        <p:nvPicPr>
          <p:cNvPr id="21" name="Image 1" descr="out/c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8932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4440" y="5870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tracked: who saved it, when, and why — full accountability for every change.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Writing Assistance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handle the busywork around your notes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017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out/magi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685" y="25292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long notes into concise bullet-point summaries.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471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624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out/ta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755" y="25292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930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Auto-Tagging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587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applies relevant tags automatically.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4078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9231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out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25" y="25292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537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4194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get answers grounded in note content.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6850" y="1965960"/>
            <a:ext cx="2526030" cy="3657600"/>
          </a:xfrm>
          <a:prstGeom prst="roundRect">
            <a:avLst>
              <a:gd name="adj" fmla="val 3620"/>
            </a:avLst>
          </a:prstGeom>
          <a:solidFill>
            <a:srgbClr val="0F344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38385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out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895" y="25292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1442" y="3383280"/>
            <a:ext cx="2196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Extraction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88018" y="4023360"/>
            <a:ext cx="21236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tasks and to-dos hiding inside long notes.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visibility into notes &amp; activity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5" name="Image 0" descr="out/note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Notes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01568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9" name="Image 1" descr="out/colla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0116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566160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Collaborators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54496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3" name="Image 2" descr="out/tag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116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9088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641908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 Use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07424" y="18288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3F8F8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7" name="Image 3" descr="out/histor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20116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72016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9272016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Saved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Note Activity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4069080"/>
          <a:ext cx="57607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Text 15"/>
          <p:cNvSpPr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by Category</a:t>
            </a:r>
            <a:endParaRPr lang="en-US" sz="14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675120" y="4023360"/>
          <a:ext cx="4846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474720" cy="34747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13258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out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5672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7432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Teams That Write Together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45920" y="35204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 · real-time collaboration · version history · AI assistance · analytics — all backed by MongoDB.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51960" y="4434840"/>
            <a:ext cx="3657600" cy="0"/>
          </a:xfrm>
          <a:prstGeom prst="line">
            <a:avLst/>
          </a:prstGeom>
          <a:noFill/>
          <a:ln w="12700">
            <a:solidFill>
              <a:srgbClr val="1C47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66344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Yasaswini (23AK1A05O2)   |   S. Shireesha (23AK1A05I9)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Notes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Notes System</dc:title>
  <dc:subject>PptxGenJS Presentation</dc:subject>
  <dc:creator>K.Yasaswini &amp; S.Shireesha</dc:creator>
  <cp:lastModifiedBy>YASASWINI K</cp:lastModifiedBy>
  <cp:revision>2</cp:revision>
  <dcterms:created xsi:type="dcterms:W3CDTF">2026-06-25T10:13:23Z</dcterms:created>
  <dcterms:modified xsi:type="dcterms:W3CDTF">2026-06-25T10:15:49Z</dcterms:modified>
</cp:coreProperties>
</file>